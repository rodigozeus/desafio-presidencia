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0D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C000"/>
                </a:solidFill>
              </a:rPr>
              <a:t>Presidência da República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Plataforma de Gestão de Pedidos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5E8D5"/>
                </a:solidFill>
              </a:rPr>
              <a:t>Produto Mínimo Viável — Arquitetura de Microsserviços + Microfrontends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5E8D5"/>
                </a:solidFill>
              </a:rPr>
              <a:t>Edital Nº 173/2026  ·  PR-CGSE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291840"/>
            <a:ext cx="1417320" cy="384048"/>
          </a:xfrm>
          <a:prstGeom prst="rect">
            <a:avLst/>
          </a:prstGeom>
          <a:solidFill>
            <a:srgbClr val="009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2918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3291840"/>
            <a:ext cx="1417320" cy="384048"/>
          </a:xfrm>
          <a:prstGeom prst="rect">
            <a:avLst/>
          </a:prstGeom>
          <a:solidFill>
            <a:srgbClr val="33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2918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3291840"/>
            <a:ext cx="1417320" cy="384048"/>
          </a:xfrm>
          <a:prstGeom prst="rect">
            <a:avLst/>
          </a:prstGeom>
          <a:solidFill>
            <a:srgbClr val="C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32918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3291840"/>
            <a:ext cx="1417320" cy="384048"/>
          </a:xfrm>
          <a:prstGeom prst="rect">
            <a:avLst/>
          </a:prstGeom>
          <a:solidFill>
            <a:srgbClr val="614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2918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React MFE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291840"/>
            <a:ext cx="1417320" cy="384048"/>
          </a:xfrm>
          <a:prstGeom prst="rect">
            <a:avLst/>
          </a:prstGeom>
          <a:solidFill>
            <a:srgbClr val="CC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2918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Claude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 da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</a:rPr>
              <a:t>20 – 30 minutos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1064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34E"/>
                </a:solidFill>
              </a:rPr>
              <a:t>1. Visão Geral da Arquitetura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96E"/>
                </a:solidFill>
              </a:rPr>
              <a:t>Serviços, comunicação, MFEs e banco de dados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11064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34E"/>
                </a:solidFill>
              </a:rPr>
              <a:t>2. Decisões Técnicas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34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96E"/>
                </a:solidFill>
              </a:rPr>
              <a:t>FastAPI vs Django, Redis, JWT, Module Federation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94760"/>
            <a:ext cx="11064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34E"/>
                </a:solidFill>
              </a:rPr>
              <a:t>3. Demonstração ao Vivo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840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96E"/>
                </a:solidFill>
              </a:rPr>
              <a:t>docker-compose up → criar pedido → filtrar →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11064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34E"/>
                </a:solidFill>
              </a:rPr>
              <a:t>4. Tour pelo Código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846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96E"/>
                </a:solidFill>
              </a:rPr>
              <a:t>Separação de serviços, MFE, IA integrada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32120"/>
            <a:ext cx="11064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34E"/>
                </a:solidFill>
              </a:rPr>
              <a:t>5. Decisões Não Tomadas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577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96E"/>
                </a:solidFill>
              </a:rPr>
              <a:t>O que ficou de fora e o que priorizaria a seguir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Contexto do Desafio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</a:rPr>
              <a:t>Problema que estamos resolvendo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2120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C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302A"/>
                </a:solidFill>
              </a:rPr>
              <a:t>😟  Situação Atual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B2D42"/>
                </a:solidFill>
              </a:rPr>
              <a:t>▸  Controle de pedidos em planilhas</a:t>
            </a:r>
          </a:p>
          <a:p>
            <a:pPr algn="l"/>
            <a:r>
              <a:rPr sz="1500">
                <a:solidFill>
                  <a:srgbClr val="2B2D42"/>
                </a:solidFill>
              </a:rPr>
              <a:t>▸  Processo lento e propenso a erros</a:t>
            </a:r>
          </a:p>
          <a:p>
            <a:pPr algn="l"/>
            <a:r>
              <a:rPr sz="1500">
                <a:solidFill>
                  <a:srgbClr val="2B2D42"/>
                </a:solidFill>
              </a:rPr>
              <a:t>▸  Sem visibilidade em tempo real</a:t>
            </a:r>
          </a:p>
          <a:p>
            <a:pPr algn="l"/>
            <a:r>
              <a:rPr sz="1500">
                <a:solidFill>
                  <a:srgbClr val="2B2D42"/>
                </a:solidFill>
              </a:rPr>
              <a:t>▸  Sem rastreamento de status</a:t>
            </a:r>
          </a:p>
          <a:p>
            <a:pPr algn="l"/>
            <a:r>
              <a:rPr sz="1500">
                <a:solidFill>
                  <a:srgbClr val="2B2D42"/>
                </a:solidFill>
              </a:rPr>
              <a:t>▸  Sem histórico estruturado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3949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34E"/>
                </a:solidFill>
              </a:rPr>
              <a:t>✅  PMV Entregue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B2D42"/>
                </a:solidFill>
              </a:rPr>
              <a:t>▸  Plataforma web com autenticação</a:t>
            </a:r>
          </a:p>
          <a:p>
            <a:pPr algn="l"/>
            <a:r>
              <a:rPr sz="1500">
                <a:solidFill>
                  <a:srgbClr val="2B2D42"/>
                </a:solidFill>
              </a:rPr>
              <a:t>▸  Criação e gestão de pedidos</a:t>
            </a:r>
          </a:p>
          <a:p>
            <a:pPr algn="l"/>
            <a:r>
              <a:rPr sz="1500">
                <a:solidFill>
                  <a:srgbClr val="2B2D42"/>
                </a:solidFill>
              </a:rPr>
              <a:t>▸  Filtro por status em tempo real</a:t>
            </a:r>
          </a:p>
          <a:p>
            <a:pPr algn="l"/>
            <a:r>
              <a:rPr sz="1500">
                <a:solidFill>
                  <a:srgbClr val="2B2D42"/>
                </a:solidFill>
              </a:rPr>
              <a:t>▸  Sugestão de prioridade com IA</a:t>
            </a:r>
          </a:p>
          <a:p>
            <a:pPr algn="l"/>
            <a:r>
              <a:rPr sz="1500">
                <a:solidFill>
                  <a:srgbClr val="2B2D42"/>
                </a:solidFill>
              </a:rPr>
              <a:t>▸  Arquitetura escalável e independente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91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DA771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Visão Geral da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</a:rPr>
              <a:t>5 serviços independentes + 2 bancos + cache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1554480"/>
          </a:xfrm>
          <a:prstGeom prst="rect">
            <a:avLst/>
          </a:prstGeom>
          <a:solidFill>
            <a:srgbClr val="EBF5FF"/>
          </a:solidFill>
          <a:ln w="19050">
            <a:solidFill>
              <a:srgbClr val="614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14FC7"/>
                </a:solidFill>
              </a:rPr>
              <a:t>FRONTEND  (porta 3000)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2560320" cy="548640"/>
          </a:xfrm>
          <a:prstGeom prst="rect">
            <a:avLst/>
          </a:prstGeom>
          <a:solidFill>
            <a:srgbClr val="614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MFE Shell / 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96E"/>
                </a:solidFill>
              </a:rPr>
              <a:t>Login · Navegação · AuthContext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96E"/>
                </a:solidFill>
              </a:rPr>
              <a:t>◀── Module Federation ──▶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74519"/>
            <a:ext cx="2560320" cy="548640"/>
          </a:xfrm>
          <a:prstGeom prst="rect">
            <a:avLst/>
          </a:prstGeom>
          <a:solidFill>
            <a:srgbClr val="413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MFE Orders  :3001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96E"/>
                </a:solidFill>
              </a:rPr>
              <a:t>Lista · Criar · Detalhe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96E"/>
                </a:solidFill>
              </a:rPr>
              <a:t>HTTP + JWT Bearer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596E"/>
                </a:solidFill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96E"/>
                </a:solidFill>
              </a:rPr>
              <a:t>HTTP + JWT Bearer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596E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20440"/>
            <a:ext cx="2926080" cy="566928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Users Service  :8001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33087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96E"/>
                </a:solidFill>
              </a:rPr>
              <a:t>FastAPI · PostgreSQL
JWT Issuer · /auth /users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520440"/>
            <a:ext cx="2926080" cy="566928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20440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Orders Service  :8002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33087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96E"/>
                </a:solidFill>
              </a:rPr>
              <a:t>FastAPI · PostgreSQL · Redis
JWT Validator · /orders + 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29200"/>
            <a:ext cx="2011680" cy="685800"/>
          </a:xfrm>
          <a:prstGeom prst="rect">
            <a:avLst/>
          </a:prstGeom>
          <a:solidFill>
            <a:srgbClr val="33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292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users_db
PostgreSQL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029200"/>
            <a:ext cx="2011680" cy="685800"/>
          </a:xfrm>
          <a:prstGeom prst="rect">
            <a:avLst/>
          </a:prstGeom>
          <a:solidFill>
            <a:srgbClr val="33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50292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orders_db
PostgreSQL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5029200"/>
            <a:ext cx="1828800" cy="685800"/>
          </a:xfrm>
          <a:prstGeom prst="rect">
            <a:avLst/>
          </a:prstGeom>
          <a:solidFill>
            <a:srgbClr val="C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50292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Redis Cache
60s TTL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3520440"/>
            <a:ext cx="2560320" cy="566928"/>
          </a:xfrm>
          <a:prstGeom prst="rect">
            <a:avLst/>
          </a:prstGeom>
          <a:solidFill>
            <a:srgbClr val="CC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35204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Claude API (IA)
Anthropic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13308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96E"/>
                </a:solidFill>
              </a:rPr>
              <a:t>↖ chama ao criar pedido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Autenticação JWT Compartilhada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</a:rPr>
              <a:t>Shared secret — validação local em cada serviço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517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A77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D42"/>
                </a:solidFill>
              </a:rPr>
              <a:t>Usuário faz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96E"/>
                </a:solidFill>
              </a:rPr>
              <a:t>Frontend envia e-mail + senha ao
Users Service (POST /auth/login)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DA771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6517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A771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31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D42"/>
                </a:solidFill>
              </a:rPr>
              <a:t>JWT é emitido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8803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96E"/>
                </a:solidFill>
              </a:rPr>
              <a:t>Users Service valida credenciais,
gera token HS256 (24h)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DA771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26517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A771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D42"/>
                </a:solidFill>
              </a:rPr>
              <a:t>Token no localStorage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96E"/>
                </a:solidFill>
              </a:rPr>
              <a:t>Frontend armazena e injeta como
Authorization: Bearer em cada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DA771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554480"/>
            <a:ext cx="26517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A771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331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D42"/>
                </a:solidFill>
              </a:rPr>
              <a:t>Orders Service valida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8803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96E"/>
                </a:solidFill>
              </a:rPr>
              <a:t>Verifica assinatura com JWT_SECRET
compartilhado — sem chamada inter-serviço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11247120" cy="1234440"/>
          </a:xfrm>
          <a:prstGeom prst="rect">
            <a:avLst/>
          </a:prstGeom>
          <a:solidFill>
            <a:srgbClr val="E8F4F1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⚠  Decisão de design documentada: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D42"/>
                </a:solidFill>
              </a:rPr>
              <a:t>Alternativa não tomada: JWKS endpoint para verificação criptográfica — mais robusto (permite revogação imediata), mas adiciona latência em cada request. Para o PMV, shared secret é suficiente.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Decisões Técnicas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</a:rPr>
              <a:t>Por que cada tecnologia foi escolhida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34E"/>
                </a:solidFill>
              </a:rPr>
              <a:t>FastAPI
(não Django)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0428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B2D42"/>
                </a:solidFill>
              </a:rPr>
              <a:t>·  Async-native, sem overhead do Django ORM</a:t>
            </a:r>
          </a:p>
          <a:p>
            <a:pPr algn="l"/>
            <a:r>
              <a:rPr sz="1200">
                <a:solidFill>
                  <a:srgbClr val="2B2D42"/>
                </a:solidFill>
              </a:rPr>
              <a:t>·  Swagger/OpenAPI automático em /docs</a:t>
            </a:r>
          </a:p>
          <a:p>
            <a:pPr algn="l"/>
            <a:r>
              <a:rPr sz="1200">
                <a:solidFill>
                  <a:srgbClr val="2B2D42"/>
                </a:solidFill>
              </a:rPr>
              <a:t>·  Pydantic v2 para validação com type hints</a:t>
            </a:r>
          </a:p>
          <a:p>
            <a:pPr algn="l"/>
            <a:r>
              <a:rPr sz="1200">
                <a:solidFill>
                  <a:srgbClr val="2B2D42"/>
                </a:solidFill>
              </a:rPr>
              <a:t>·  Menos boilerplate para um PMV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5778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34E"/>
                </a:solidFill>
              </a:rPr>
              <a:t>Webpack Module
Federation (MFE)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0428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B2D42"/>
                </a:solidFill>
              </a:rPr>
              <a:t>·  Bundle separado carregado em runtime</a:t>
            </a:r>
          </a:p>
          <a:p>
            <a:pPr algn="l"/>
            <a:r>
              <a:rPr sz="1200">
                <a:solidFill>
                  <a:srgbClr val="2B2D42"/>
                </a:solidFill>
              </a:rPr>
              <a:t>·  Deploy independente sem rebuild do Shell</a:t>
            </a:r>
          </a:p>
          <a:p>
            <a:pPr algn="l"/>
            <a:r>
              <a:rPr sz="1200">
                <a:solidFill>
                  <a:srgbClr val="2B2D42"/>
                </a:solidFill>
              </a:rPr>
              <a:t>·  React + Router compartilhados como singletons</a:t>
            </a:r>
          </a:p>
          <a:p>
            <a:pPr algn="l"/>
            <a:r>
              <a:rPr sz="1200">
                <a:solidFill>
                  <a:srgbClr val="2B2D42"/>
                </a:solidFill>
              </a:rPr>
              <a:t>·  Alternativa rejeitada: iframes (UX ruim)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23360"/>
            <a:ext cx="55778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34E"/>
                </a:solidFill>
              </a:rPr>
              <a:t>Redis como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7316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B2D42"/>
                </a:solidFill>
              </a:rPr>
              <a:t>·  TTL 60s na listagem de pedidos</a:t>
            </a:r>
          </a:p>
          <a:p>
            <a:pPr algn="l"/>
            <a:r>
              <a:rPr sz="1200">
                <a:solidFill>
                  <a:srgbClr val="2B2D42"/>
                </a:solidFill>
              </a:rPr>
              <a:t>·  Invalidado ao criar/atualizar pedido</a:t>
            </a:r>
          </a:p>
          <a:p>
            <a:pPr algn="l"/>
            <a:r>
              <a:rPr sz="1200">
                <a:solidFill>
                  <a:srgbClr val="2B2D42"/>
                </a:solidFill>
              </a:rPr>
              <a:t>·  Falha graciosamente: API continua sem cache</a:t>
            </a:r>
          </a:p>
          <a:p>
            <a:pPr algn="l"/>
            <a:r>
              <a:rPr sz="1200">
                <a:solidFill>
                  <a:srgbClr val="2B2D42"/>
                </a:solidFill>
              </a:rPr>
              <a:t>·  Mais simples que MongoDB para este caso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023360"/>
            <a:ext cx="55778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34E"/>
                </a:solidFill>
              </a:rPr>
              <a:t>Claude Haiku (IA)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7316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B2D42"/>
                </a:solidFill>
              </a:rPr>
              <a:t>·  Sugere prioridade + gera resumo do pedido</a:t>
            </a:r>
          </a:p>
          <a:p>
            <a:pPr algn="l"/>
            <a:r>
              <a:rPr sz="1200">
                <a:solidFill>
                  <a:srgbClr val="2B2D42"/>
                </a:solidFill>
              </a:rPr>
              <a:t>·  Haiku: baixa latência e custo reduzido</a:t>
            </a:r>
          </a:p>
          <a:p>
            <a:pPr algn="l"/>
            <a:r>
              <a:rPr sz="1200">
                <a:solidFill>
                  <a:srgbClr val="2B2D42"/>
                </a:solidFill>
              </a:rPr>
              <a:t>·  Opcional: sem API key usa fallback padrão</a:t>
            </a:r>
          </a:p>
          <a:p>
            <a:pPr algn="l"/>
            <a:r>
              <a:rPr sz="1200">
                <a:solidFill>
                  <a:srgbClr val="2B2D42"/>
                </a:solidFill>
              </a:rPr>
              <a:t>·  Prompt estruturado com regras de negócio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Estratégia de Microfrontends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</a:rPr>
              <a:t>Webpack 5 Module Federation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33856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155680" cy="2148840"/>
          </a:xfrm>
          <a:prstGeom prst="rect">
            <a:avLst/>
          </a:prstGeom>
          <a:solidFill>
            <a:srgbClr val="1E1E2E"/>
          </a:solidFill>
          <a:ln w="19050">
            <a:solidFill>
              <a:srgbClr val="44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10881359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DD6F4"/>
                </a:solidFill>
                <a:latin typeface="Courier New"/>
              </a:rPr>
              <a:t>  Shell (Host) :3000                       MFE Orders (Remote) :3001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┌─────────────────────────────┐          ┌───────────────────────────┐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│  webpack.config.js          │          │  webpack.config.js        │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│  remotes: {                 │  carrega │  exposes: {               │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│    mfe_orders: ":3001/      │ ────────►│    './OrdersApp': ...     │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│      remoteEntry.js"        │  runtime │  }                        │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│  }                          │          │                           │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└─────────────────────────────┘          └───────────────────────────┘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B2D42"/>
                </a:solidFill>
              </a:rPr>
              <a:t>▸  Shell é o HOST: define as rotas, provê AuthContext e carrega MFEs dinamicamente</a:t>
            </a:r>
          </a:p>
          <a:p>
            <a:pPr algn="l"/>
            <a:r>
              <a:rPr sz="1400">
                <a:solidFill>
                  <a:srgbClr val="2B2D42"/>
                </a:solidFill>
              </a:rPr>
              <a:t>▸  MFE Orders é o REMOTE: expõe OrdersApp como módulo independente via remoteEntry.js</a:t>
            </a:r>
          </a:p>
          <a:p>
            <a:pPr algn="l"/>
            <a:r>
              <a:rPr sz="1400">
                <a:solidFill>
                  <a:srgbClr val="2B2D42"/>
                </a:solidFill>
              </a:rPr>
              <a:t>▸  React e react-router-dom são singleton compartilhados — evita conflito de versões</a:t>
            </a:r>
          </a:p>
          <a:p>
            <a:pPr algn="l"/>
            <a:r>
              <a:rPr sz="1400">
                <a:solidFill>
                  <a:srgbClr val="2B2D42"/>
                </a:solidFill>
              </a:rPr>
              <a:t>▸  Cada MFE tem seu próprio Dockerfile e pode ser deployado sem rebuild do Shell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Demonstração ao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</a:rPr>
              <a:t>Roteiro — seguir esta ordem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56616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🚀  Subir a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docker-compose up --build
Aguardar ~2 min; todos os containers ficam healthy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508760"/>
            <a:ext cx="356616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🌱  Seed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python scripts/seed.py
Cria admin@demo.com / admin123 + 3 pedidos de exemplo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508760"/>
            <a:ext cx="356616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🔐 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0312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http://localhost:3000 → entrar com admin@demo.com
Observar JWT salvo no localStorage (DevTools)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356616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📋  Listagem + Filtro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2628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Ver pedidos na tabela
Filtrar por status (pending, processing, shipped...)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931920"/>
            <a:ext cx="356616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0233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➕  Criar Pedido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Formulário dinâmico com itens
Ao salvar: IA sugere prioridade e gera resumo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931920"/>
            <a:ext cx="356616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A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0233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🔄  Atualizar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Abrir detalhe → mudar status
Redis cache é invalidado; lista mostra novo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263640"/>
            <a:ext cx="1133856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CC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4A00"/>
                </a:solidFill>
              </a:rPr>
              <a:t>💥  Resiliência: docker-compose stop users-service → Orders ainda funciona para leitura; apenas PATCH /status retorna 401 (sem JWT válido).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Tour pelo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</a:rPr>
              <a:t>Separação de responsabilidades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services/users/app/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394960" cy="1920240"/>
          </a:xfrm>
          <a:prstGeom prst="rect">
            <a:avLst/>
          </a:prstGeom>
          <a:solidFill>
            <a:srgbClr val="1E1E2E"/>
          </a:solidFill>
          <a:ln w="19050">
            <a:solidFill>
              <a:srgbClr val="44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1206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DD6F4"/>
                </a:solidFill>
                <a:latin typeface="Courier New"/>
              </a:rPr>
              <a:t>main.py       ← FastAPI app + lifespan (cria tabelas)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auth.py       ← bcrypt hash + JWT issuer (HS256)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models.py     ← User (UUID, email, role: admin|operator)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routes/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auth.py     ← POST /auth/login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users.py    ← CRUD /users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services/orders/app/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5394960" cy="1920240"/>
          </a:xfrm>
          <a:prstGeom prst="rect">
            <a:avLst/>
          </a:prstGeom>
          <a:solidFill>
            <a:srgbClr val="1E1E2E"/>
          </a:solidFill>
          <a:ln w="19050">
            <a:solidFill>
              <a:srgbClr val="44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1206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DD6F4"/>
                </a:solidFill>
                <a:latin typeface="Courier New"/>
              </a:rPr>
              <a:t>main.py         ← FastAPI app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auth.py         ← JWT validator (shared secret)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ai_service.py   ← Claude Haiku: prioridade + resumo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redis_client.py ← Cache wrapper (graceful degrade)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routes/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orders.py     ← CRUD + PATCH /status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frontend/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47120" cy="2103120"/>
          </a:xfrm>
          <a:prstGeom prst="rect">
            <a:avLst/>
          </a:prstGeom>
          <a:solidFill>
            <a:srgbClr val="1E1E2E"/>
          </a:solidFill>
          <a:ln w="19050">
            <a:solidFill>
              <a:srgbClr val="44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10972800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DD6F4"/>
                </a:solidFill>
                <a:latin typeface="Courier New"/>
              </a:rPr>
              <a:t>shell/src/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App.jsx              ← rotas protegidas + lazy import do MFE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context/AuthContext  ← estado global do token JWT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components/Login.jsx ← formulário de login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mfe-orders/src/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OrdersApp.jsx        ← roteador interno do MFE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api.js               ← fetch wrapper com Bearer header automático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components/          ← OrdersList, OrderCreate, OrderDetail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Integração com IA — Bônus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</a:rPr>
              <a:t>Claude Haiku sugere prioridade e gera resumo do pedido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246120"/>
          </a:xfrm>
          <a:prstGeom prst="rect">
            <a:avLst/>
          </a:prstGeom>
          <a:solidFill>
            <a:srgbClr val="1E1E2E"/>
          </a:solidFill>
          <a:ln w="19050">
            <a:solidFill>
              <a:srgbClr val="44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19"/>
            <a:ext cx="1097280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DD6F4"/>
                </a:solidFill>
                <a:latin typeface="Courier New"/>
              </a:rPr>
              <a:t># services/orders/app/ai_service.py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async def suggest_priority(order_data: dict) -&gt; tuple[str, str]: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  client = anthropic.AsyncAnthropic(api_key=settings.ANTHROPIC_API_KEY)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  prompt = f"""Analise o pedido abaixo e sugira: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1. Prioridade: "high" (&gt; R$ 500), "medium" (R$ 50-500) ou "low" (&lt; R$ 50)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2. Um resumo em 1 frase.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Pedido: {order_data}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Responda SOMENTE em JSON: {{"priority": "...", "summary": "..."}}"""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  message = await client.messages.create(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      model="claude-haiku-4-5",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      max_tokens=150,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      messages=[{"role": "user", "content": prompt}]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  )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  result = json.loads(message.content[0].text)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  return result["priority"], result["summary"]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B2D42"/>
                </a:solidFill>
              </a:rPr>
              <a:t>▸  Chamado automaticamente ao POST /orders/ — resultado salvo em priority e ai_summary no banco</a:t>
            </a:r>
          </a:p>
          <a:p>
            <a:pPr algn="l"/>
            <a:r>
              <a:rPr sz="1300">
                <a:solidFill>
                  <a:srgbClr val="2B2D42"/>
                </a:solidFill>
              </a:rPr>
              <a:t>▸  Modelo Haiku escolhido por latência (~1s) e custo — adequado para classificação simples</a:t>
            </a:r>
          </a:p>
          <a:p>
            <a:pPr algn="l"/>
            <a:r>
              <a:rPr sz="1300">
                <a:solidFill>
                  <a:srgbClr val="2B2D42"/>
                </a:solidFill>
              </a:rPr>
              <a:t>▸  Fallback: se ANTHROPIC_API_KEY ausente, usa priority='medium' e ai_summary=None sem erro</a:t>
            </a:r>
          </a:p>
          <a:p>
            <a:pPr algn="l"/>
            <a:r>
              <a:rPr sz="1300">
                <a:solidFill>
                  <a:srgbClr val="2B2D42"/>
                </a:solidFill>
              </a:rPr>
              <a:t>▸  Timeout de 10s — se a API demorar, pedido é criado com prioridade padrão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Que Foi Entregue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</a:rPr>
              <a:t>Cobertura dos requisitos do edital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OBRIGATÓRIOS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4754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476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✅  2 microsserviços Python independentes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40864"/>
            <a:ext cx="4754880" cy="365760"/>
          </a:xfrm>
          <a:prstGeom prst="rect">
            <a:avLst/>
          </a:prstGeom>
          <a:solidFill>
            <a:srgbClr val="F0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682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✅  PostgreSQL próprio por serviço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61488"/>
            <a:ext cx="4754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✅  Endpoints mínimos (listar/criar/status/ID/usuários)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82112"/>
            <a:ext cx="4754880" cy="365760"/>
          </a:xfrm>
          <a:prstGeom prst="rect">
            <a:avLst/>
          </a:prstGeom>
          <a:solidFill>
            <a:srgbClr val="F0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095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✅  MFE Shell + MFE Pedidos (listagem, filtro, criação)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02736"/>
            <a:ext cx="4754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30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✅  Docker Compose (stack completa)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4754880" cy="365760"/>
          </a:xfrm>
          <a:prstGeom prst="rect">
            <a:avLst/>
          </a:prstGeom>
          <a:solidFill>
            <a:srgbClr val="F0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5079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✅  README (instruções + diagrama + decisões)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DESEJÁVEIS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192024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59" y="19476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✅  Banco não-relacional (Redis)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2340864"/>
            <a:ext cx="3200400" cy="365760"/>
          </a:xfrm>
          <a:prstGeom prst="rect">
            <a:avLst/>
          </a:prstGeom>
          <a:solidFill>
            <a:srgbClr val="F0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59" y="236829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✅  Testes automatizados (pytest)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761488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59" y="2788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✅  Pipeline de CI (GitHub Actions)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182112"/>
            <a:ext cx="3200400" cy="365760"/>
          </a:xfrm>
          <a:prstGeom prst="rect">
            <a:avLst/>
          </a:prstGeom>
          <a:solidFill>
            <a:srgbClr val="F0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59" y="32095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✅  Autenticação JWT compartilhada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34E"/>
                </a:solidFill>
              </a:rPr>
              <a:t>BÔNUS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192024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19476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✅  Integração com IA (Claude Haiku)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2340864"/>
            <a:ext cx="3200400" cy="365760"/>
          </a:xfrm>
          <a:prstGeom prst="rect">
            <a:avLst/>
          </a:prstGeom>
          <a:solidFill>
            <a:srgbClr val="F0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236829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✅  Documentação API (Swagger/OpenAPI)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2761488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2788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⚠️  Observabilidade (logs estruturados)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3182112"/>
            <a:ext cx="3200400" cy="365760"/>
          </a:xfrm>
          <a:prstGeom prst="rect">
            <a:avLst/>
          </a:prstGeom>
          <a:solidFill>
            <a:srgbClr val="F0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32095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❌  Comunicação assíncrona (filas)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Decisões Não Tomadas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</a:rPr>
              <a:t>O que ficou de fora e por quê — isso é tão revelador quanto o código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4A00"/>
                </a:solidFill>
              </a:rPr>
              <a:t>API Gateway
(Nginx/Kong)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Atualmente o frontend chama cada serviço diretamente.
Com mais tempo: roteamento centralizado, rate limiting, SSL.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4A00"/>
                </a:solidFill>
              </a:rPr>
              <a:t>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317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Optei por Redis — mais simples operacionalmente.
MongoDB faria sentido se os pedidos tivessem schema variável.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55448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45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4A00"/>
                </a:solidFill>
              </a:rPr>
              <a:t>JWKS / Validação
Remota de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317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Permite revogação imediata de tokens, mas adiciona
latência em cada request. Shared secret é suficiente no PMV.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5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4A00"/>
                </a:solidFill>
              </a:rPr>
              <a:t>Comunicação
Assíncrona (filas)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0915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Publicar evento ao criar pedido (Redis Pub/Sub / RabbitMQ)
permite notificações e auditoria sem acoplamento — Prioridade Média.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93192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02335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4A00"/>
                </a:solidFill>
              </a:rPr>
              <a:t>Refresh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70915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JWT atual expira em 24h sem mecanismo de refresh.
Usuário precisa re-logar — aceitável para ferramenta interna.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93192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02335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4A00"/>
                </a:solidFill>
              </a:rPr>
              <a:t>RBAC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70915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D42"/>
                </a:solidFill>
              </a:rPr>
              <a:t>Qualquer autenticado pode atualizar status.
Com mais tempo: regras de papéis (admin vs operator).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Que Faria com Mais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</a:rPr>
              <a:t>Priorizados por impacto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C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302A"/>
                </a:solidFill>
              </a:rPr>
              <a:t>🔴  Prioridade Alta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B2D42"/>
                </a:solidFill>
              </a:rPr>
              <a:t>▶  API Gateway (Nginx/Kong): roteamento centralizado, rate limiting</a:t>
            </a:r>
          </a:p>
          <a:p>
            <a:pPr algn="l"/>
            <a:r>
              <a:rPr sz="1300">
                <a:solidFill>
                  <a:srgbClr val="2B2D42"/>
                </a:solidFill>
              </a:rPr>
              <a:t>▶  Refresh token: re-login sem expirar a sessão em 24h</a:t>
            </a:r>
          </a:p>
          <a:p>
            <a:pPr algn="l"/>
            <a:r>
              <a:rPr sz="1300">
                <a:solidFill>
                  <a:srgbClr val="2B2D42"/>
                </a:solidFill>
              </a:rPr>
              <a:t>▶  RBAC: regras de papéis (admin faz tudo; operator só leitura + criação)</a:t>
            </a:r>
          </a:p>
          <a:p>
            <a:pPr algn="l"/>
            <a:r>
              <a:rPr sz="1300">
                <a:solidFill>
                  <a:srgbClr val="2B2D42"/>
                </a:solidFill>
              </a:rPr>
              <a:t>▶  Testes de integração com PostgreSQL real (pytest-docker)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3949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727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A4A00"/>
                </a:solidFill>
              </a:rPr>
              <a:t>🟡  Prioridade Média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B2D42"/>
                </a:solidFill>
              </a:rPr>
              <a:t>▶  Comunicação assíncrona: Redis Pub/Sub ao criar pedido</a:t>
            </a:r>
          </a:p>
          <a:p>
            <a:pPr algn="l"/>
            <a:r>
              <a:rPr sz="1300">
                <a:solidFill>
                  <a:srgbClr val="2B2D42"/>
                </a:solidFill>
              </a:rPr>
              <a:t>▶  MFE Catálogo: gerenciar produtos (hoje são strings livres)</a:t>
            </a:r>
          </a:p>
          <a:p>
            <a:pPr algn="l"/>
            <a:r>
              <a:rPr sz="1300">
                <a:solidFill>
                  <a:srgbClr val="2B2D42"/>
                </a:solidFill>
              </a:rPr>
              <a:t>▶  Paginação no frontend: crítico com milhares de pedidos</a:t>
            </a:r>
          </a:p>
          <a:p>
            <a:pPr algn="l"/>
            <a:r>
              <a:rPr sz="1300">
                <a:solidFill>
                  <a:srgbClr val="2B2D42"/>
                </a:solidFill>
              </a:rPr>
              <a:t>▶  Observabilidade: Prometheus + Grafana ou OpenTelemetry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D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C000"/>
                </a:solidFill>
              </a:rPr>
              <a:t>Perguntas do Avaliador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5E8D5"/>
                </a:solidFill>
              </a:rPr>
              <a:t>Fique à vontade para aprofundar qualquer ponto da apresentação.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C9B5"/>
                </a:solidFill>
              </a:rPr>
              <a:t>Repositório · README · /docs (Swagger) · docker-compose 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